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Fintech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Mutual Fund Data Analytics &amp; Portfolio Modeling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analytics of 40 Mutual Fund schemes (5 Years)</a:t>
            </a:r>
          </a:p>
          <a:p>
            <a:pPr lvl="1"/>
            <a:r>
              <a:t>End-to-end Python ETL pipeline utilizing pandas &amp; SQLite</a:t>
            </a:r>
          </a:p>
          <a:p>
            <a:pPr lvl="1"/>
            <a:r>
              <a:t>Advanced quantitative performance modeling (Sharpe, Alpha, VaR)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Analytical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Cap Funds dominated returns but had ~22% Max Drawdowns.</a:t>
            </a:r>
          </a:p>
          <a:p>
            <a:r>
              <a:t>High Sector HHI concentration found in Thematic funds.</a:t>
            </a:r>
          </a:p>
          <a:p>
            <a:r>
              <a:t>97.8% of 'frequent' SIP investors have &gt;35 day gap (high churn risk).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SBI Small Cap &amp; Kotak Emerging Equity consistently outperformed.</a:t>
            </a:r>
          </a:p>
          <a:p>
            <a:pPr lvl="1"/>
            <a:r>
              <a:t>Recommend continuous SIP to mitigate drawdown volatility.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